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34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1" algn="l" defTabSz="91434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41" algn="l" defTabSz="91434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12" algn="l" defTabSz="91434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83" algn="l" defTabSz="91434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54" algn="l" defTabSz="91434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24" algn="l" defTabSz="91434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95" algn="l" defTabSz="91434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66" algn="l" defTabSz="91434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9" d="100"/>
          <a:sy n="79" d="100"/>
        </p:scale>
        <p:origin x="744" y="-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32F4C7-9A12-651C-0C10-207D11734C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319E0FC-84FB-11CE-D255-1C78694BBB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7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4840697-6DED-EEBB-AD83-3C8C1B0C2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E9D6E-B245-4E3E-96D9-6BF624962855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4E28ACA-214E-D7C9-47D5-94BFD6CFC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3DB4254-FFD3-234F-69B0-727DB9162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9B5D2-D1F9-4CDC-8733-6CD3C893E9E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117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A2D513-A78C-A269-02B9-BBFFAE892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0F6A0D1-2861-2B04-12E6-E8D79306D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44B382F-8690-168B-EDE6-9EDA8A344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E9D6E-B245-4E3E-96D9-6BF624962855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2E81F2C-3243-E0AF-8FE6-7A810EFFD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1F4B0DA-F7A3-9121-F592-7F2C2ACC5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9B5D2-D1F9-4CDC-8733-6CD3C893E9E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045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5110BA-07A9-ED85-4881-97DC5AAD2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A0D56B6-FE0E-189E-3C94-8E08840E95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23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46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6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9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11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33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56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78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72EBC8C-BDB2-33A5-5464-76051E588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E9D6E-B245-4E3E-96D9-6BF624962855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F1A89A9-C981-515A-8102-81BE8CEE5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AF3A0C1-FEBA-9EA8-6695-194CF1E8D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9B5D2-D1F9-4CDC-8733-6CD3C893E9E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732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068364-7BA9-7BD6-EDB6-1937D3C67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91F8B17-E15B-A7D6-8229-B028C47AE3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17BA575-7928-1106-D76A-63CF7E9A62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04A69C5-7CEE-4F30-7E5C-087000BB4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E9D6E-B245-4E3E-96D9-6BF624962855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53D1627-8D8B-A7AF-EA68-2B5F82C1E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EC3418F-9644-16AD-83C1-9FB66B582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9B5D2-D1F9-4CDC-8733-6CD3C893E9E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462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E22A99-D12A-1A4B-A88E-726CDFF8C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E9D821-D36D-613C-E7BB-86B1B052C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9" indent="0">
              <a:buNone/>
              <a:defRPr sz="1600" b="1"/>
            </a:lvl4pPr>
            <a:lvl5pPr marL="1828891" indent="0">
              <a:buNone/>
              <a:defRPr sz="1600" b="1"/>
            </a:lvl5pPr>
            <a:lvl6pPr marL="2286114" indent="0">
              <a:buNone/>
              <a:defRPr sz="1600" b="1"/>
            </a:lvl6pPr>
            <a:lvl7pPr marL="2743337" indent="0">
              <a:buNone/>
              <a:defRPr sz="1600" b="1"/>
            </a:lvl7pPr>
            <a:lvl8pPr marL="3200560" indent="0">
              <a:buNone/>
              <a:defRPr sz="1600" b="1"/>
            </a:lvl8pPr>
            <a:lvl9pPr marL="3657783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7655B7D-E2DC-27ED-7E94-098DF925FC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10E2605-CA44-68D4-AD67-E0DFB18155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9" indent="0">
              <a:buNone/>
              <a:defRPr sz="1600" b="1"/>
            </a:lvl4pPr>
            <a:lvl5pPr marL="1828891" indent="0">
              <a:buNone/>
              <a:defRPr sz="1600" b="1"/>
            </a:lvl5pPr>
            <a:lvl6pPr marL="2286114" indent="0">
              <a:buNone/>
              <a:defRPr sz="1600" b="1"/>
            </a:lvl6pPr>
            <a:lvl7pPr marL="2743337" indent="0">
              <a:buNone/>
              <a:defRPr sz="1600" b="1"/>
            </a:lvl7pPr>
            <a:lvl8pPr marL="3200560" indent="0">
              <a:buNone/>
              <a:defRPr sz="1600" b="1"/>
            </a:lvl8pPr>
            <a:lvl9pPr marL="3657783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CDD495F-0BB5-0F43-CD21-1494D21255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3E197BC-F789-A06D-DC9B-3AC023F62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E9D6E-B245-4E3E-96D9-6BF624962855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8ACCF4F-765F-BE64-6957-7F791E961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541D311E-2CB8-8198-6FDB-E6C1ECB4C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9B5D2-D1F9-4CDC-8733-6CD3C893E9E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102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E3FA7D-69EA-1716-DBD6-104C67046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CC33426-A86D-B81F-F1E8-510B8AD4A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E9D6E-B245-4E3E-96D9-6BF624962855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6770FEA-64C9-6BE3-4E9D-4307BDC77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B6FC549-91FB-B2B0-187E-27C18ADB7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9B5D2-D1F9-4CDC-8733-6CD3C893E9E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303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4881FF6-4933-4B7F-8017-CDFC4A385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E9D6E-B245-4E3E-96D9-6BF624962855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31D6E614-0BD4-AAD9-9956-ECFFAC56B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15D22E0-EFA2-614A-30D7-62786D8B7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9B5D2-D1F9-4CDC-8733-6CD3C893E9E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30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6B6302-A4F8-9814-37D0-5FD60D0E0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5837539-D95D-ACC7-CD64-B934ABC5B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4FE3EEC-A211-0360-71E9-CD3D2DB3F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23" indent="0">
              <a:buNone/>
              <a:defRPr sz="1400"/>
            </a:lvl2pPr>
            <a:lvl3pPr marL="914446" indent="0">
              <a:buNone/>
              <a:defRPr sz="1200"/>
            </a:lvl3pPr>
            <a:lvl4pPr marL="1371669" indent="0">
              <a:buNone/>
              <a:defRPr sz="1000"/>
            </a:lvl4pPr>
            <a:lvl5pPr marL="1828891" indent="0">
              <a:buNone/>
              <a:defRPr sz="1000"/>
            </a:lvl5pPr>
            <a:lvl6pPr marL="2286114" indent="0">
              <a:buNone/>
              <a:defRPr sz="1000"/>
            </a:lvl6pPr>
            <a:lvl7pPr marL="2743337" indent="0">
              <a:buNone/>
              <a:defRPr sz="1000"/>
            </a:lvl7pPr>
            <a:lvl8pPr marL="3200560" indent="0">
              <a:buNone/>
              <a:defRPr sz="1000"/>
            </a:lvl8pPr>
            <a:lvl9pPr marL="3657783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9469583-7F55-F1D2-078F-9417D9E88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E9D6E-B245-4E3E-96D9-6BF624962855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80BF9D-04D2-364E-ED89-A46C3B9DC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0469AF6-E756-BCBD-39FD-A954CB24A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9B5D2-D1F9-4CDC-8733-6CD3C893E9E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366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AD9E8B-CF09-6C3B-8552-97E644C6A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FCAE7B7D-2C27-0D01-37EC-7B09639B46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6F2FB36-6C3E-878D-6040-EE1C83D56A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23" indent="0">
              <a:buNone/>
              <a:defRPr sz="1400"/>
            </a:lvl2pPr>
            <a:lvl3pPr marL="914446" indent="0">
              <a:buNone/>
              <a:defRPr sz="1200"/>
            </a:lvl3pPr>
            <a:lvl4pPr marL="1371669" indent="0">
              <a:buNone/>
              <a:defRPr sz="1000"/>
            </a:lvl4pPr>
            <a:lvl5pPr marL="1828891" indent="0">
              <a:buNone/>
              <a:defRPr sz="1000"/>
            </a:lvl5pPr>
            <a:lvl6pPr marL="2286114" indent="0">
              <a:buNone/>
              <a:defRPr sz="1000"/>
            </a:lvl6pPr>
            <a:lvl7pPr marL="2743337" indent="0">
              <a:buNone/>
              <a:defRPr sz="1000"/>
            </a:lvl7pPr>
            <a:lvl8pPr marL="3200560" indent="0">
              <a:buNone/>
              <a:defRPr sz="1000"/>
            </a:lvl8pPr>
            <a:lvl9pPr marL="3657783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950EA0D-BD01-E0AA-7622-5C7E13D36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E9D6E-B245-4E3E-96D9-6BF624962855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68E78B4-57A0-B91D-12B3-DBB19EF80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63ED885-CF00-B7E1-A7CB-4428EA068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9B5D2-D1F9-4CDC-8733-6CD3C893E9E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098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D06BBF-2D74-A950-1195-23351816B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B8E9826-CDC0-BC46-0BDD-D62B07EA13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6A34D24-A039-819E-C8C1-7038A9437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E9D6E-B245-4E3E-96D9-6BF624962855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017C8AE-F10E-67B9-C5B4-66D7F7167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E9EE580-D075-0FA8-CF71-ED9F034F4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9B5D2-D1F9-4CDC-8733-6CD3C893E9E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595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6AA376F9-4684-47B2-93EF-B132638732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70CAAC2-C556-B49C-AFC5-559F79A38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85BDEC-6B9D-9E72-BB27-45CEE76B8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E9D6E-B245-4E3E-96D9-6BF624962855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EDB5F16-A16B-9BA3-FB22-099E527A8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7860D9E-5EE9-F514-0311-C47087188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9B5D2-D1F9-4CDC-8733-6CD3C893E9E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796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EEF8A77-1AFD-BB49-2B9D-3D23CB283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4811832-5EE0-7662-C39F-7D44B8FCA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2E70071-1230-0D7E-02C2-241150DFE3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9E9D6E-B245-4E3E-96D9-6BF624962855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73F9892-EF50-04F0-55E9-03B1B4C0A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52E2CF6-4AA7-9DA4-B19C-9624BAEF00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B9B5D2-D1F9-4CDC-8733-6CD3C893E9E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53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91444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9E000CC1-21D8-82A0-FCF8-56253F80357D}"/>
              </a:ext>
            </a:extLst>
          </p:cNvPr>
          <p:cNvSpPr/>
          <p:nvPr/>
        </p:nvSpPr>
        <p:spPr>
          <a:xfrm>
            <a:off x="954592" y="1446963"/>
            <a:ext cx="2240782" cy="6832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Aptos Narrow" panose="020B0004020202020204" pitchFamily="34" charset="0"/>
              </a:rPr>
              <a:t>Interoperability</a:t>
            </a:r>
            <a:endParaRPr lang="en-US" sz="3456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D89BACA7-7E6F-9EF4-B7A0-CC83550DC379}"/>
              </a:ext>
            </a:extLst>
          </p:cNvPr>
          <p:cNvSpPr/>
          <p:nvPr/>
        </p:nvSpPr>
        <p:spPr>
          <a:xfrm>
            <a:off x="954592" y="2352989"/>
            <a:ext cx="2240782" cy="6832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Aptos Narrow" panose="020B0004020202020204" pitchFamily="34" charset="0"/>
              </a:rPr>
              <a:t>Requirements Engineering 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7A392B63-12AE-D90B-49AA-8F16142F0C9B}"/>
              </a:ext>
            </a:extLst>
          </p:cNvPr>
          <p:cNvSpPr/>
          <p:nvPr/>
        </p:nvSpPr>
        <p:spPr>
          <a:xfrm>
            <a:off x="954592" y="3259015"/>
            <a:ext cx="2240783" cy="6832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Aptos Narrow" panose="020B0004020202020204" pitchFamily="34" charset="0"/>
              </a:rPr>
              <a:t>Data</a:t>
            </a:r>
            <a:r>
              <a:rPr lang="en-US" sz="3456" dirty="0"/>
              <a:t> 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878CDD98-CF3E-B151-6F72-6FC1FE8C8DEA}"/>
              </a:ext>
            </a:extLst>
          </p:cNvPr>
          <p:cNvSpPr/>
          <p:nvPr/>
        </p:nvSpPr>
        <p:spPr>
          <a:xfrm>
            <a:off x="954593" y="4165041"/>
            <a:ext cx="2240783" cy="6832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Aptos Narrow" panose="020B0004020202020204" pitchFamily="34" charset="0"/>
              </a:rPr>
              <a:t>Model-Based </a:t>
            </a:r>
          </a:p>
          <a:p>
            <a:pPr algn="ctr"/>
            <a:r>
              <a:rPr lang="en-US" b="1" dirty="0">
                <a:solidFill>
                  <a:srgbClr val="000000"/>
                </a:solidFill>
                <a:latin typeface="Aptos Narrow" panose="020B0004020202020204" pitchFamily="34" charset="0"/>
              </a:rPr>
              <a:t>System Engineering 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78E1DAC0-E34A-B721-7F3C-8A75F5BA9BFC}"/>
              </a:ext>
            </a:extLst>
          </p:cNvPr>
          <p:cNvSpPr/>
          <p:nvPr/>
        </p:nvSpPr>
        <p:spPr>
          <a:xfrm>
            <a:off x="954592" y="5069393"/>
            <a:ext cx="2240784" cy="6832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Aptos Narrow" panose="020B0004020202020204" pitchFamily="34" charset="0"/>
              </a:rPr>
              <a:t>Continuous System &amp; Software Engineering 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2382A832-FAE1-3E15-C886-91343BFCCE98}"/>
              </a:ext>
            </a:extLst>
          </p:cNvPr>
          <p:cNvSpPr/>
          <p:nvPr/>
        </p:nvSpPr>
        <p:spPr>
          <a:xfrm>
            <a:off x="954592" y="652306"/>
            <a:ext cx="2240782" cy="6832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Aptos Narrow" panose="020B0004020202020204" pitchFamily="34" charset="0"/>
              </a:rPr>
              <a:t>Intelligence &amp; Automation 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390F6100-B616-959D-8558-093FDF6C0751}"/>
              </a:ext>
            </a:extLst>
          </p:cNvPr>
          <p:cNvSpPr/>
          <p:nvPr/>
        </p:nvSpPr>
        <p:spPr>
          <a:xfrm>
            <a:off x="3759756" y="652306"/>
            <a:ext cx="2240782" cy="6832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Aptos Narrow" panose="020B0004020202020204" pitchFamily="34" charset="0"/>
              </a:rPr>
              <a:t>Architecture</a:t>
            </a:r>
            <a:r>
              <a:rPr lang="en-US" sz="3456" dirty="0"/>
              <a:t> 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49132459-133D-11DA-0C83-1F92B7BC0C0E}"/>
              </a:ext>
            </a:extLst>
          </p:cNvPr>
          <p:cNvSpPr/>
          <p:nvPr/>
        </p:nvSpPr>
        <p:spPr>
          <a:xfrm>
            <a:off x="3759756" y="1446963"/>
            <a:ext cx="2240782" cy="6832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Aptos Narrow" panose="020B0004020202020204" pitchFamily="34" charset="0"/>
              </a:rPr>
              <a:t>Stakeholder Engagement  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FCFBD587-0C8E-BB11-C321-E0DA14882C8A}"/>
              </a:ext>
            </a:extLst>
          </p:cNvPr>
          <p:cNvSpPr/>
          <p:nvPr/>
        </p:nvSpPr>
        <p:spPr>
          <a:xfrm>
            <a:off x="3759756" y="2352989"/>
            <a:ext cx="2240782" cy="6832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Aptos Narrow" panose="020B0004020202020204" pitchFamily="34" charset="0"/>
              </a:rPr>
              <a:t>Testing</a:t>
            </a:r>
            <a:r>
              <a:rPr lang="en-US" sz="3456" dirty="0"/>
              <a:t>  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5A3D7774-2ED0-4D3E-41A4-58A48625D760}"/>
              </a:ext>
            </a:extLst>
          </p:cNvPr>
          <p:cNvSpPr/>
          <p:nvPr/>
        </p:nvSpPr>
        <p:spPr>
          <a:xfrm>
            <a:off x="3759756" y="3259015"/>
            <a:ext cx="2240782" cy="6832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Aptos Narrow" panose="020B0004020202020204" pitchFamily="34" charset="0"/>
              </a:rPr>
              <a:t>Reliability</a:t>
            </a:r>
            <a:r>
              <a:rPr lang="en-US" sz="3456" dirty="0"/>
              <a:t>   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3E51B397-7A33-287E-5A3B-D0E92160E57A}"/>
              </a:ext>
            </a:extLst>
          </p:cNvPr>
          <p:cNvSpPr/>
          <p:nvPr/>
        </p:nvSpPr>
        <p:spPr>
          <a:xfrm>
            <a:off x="3759756" y="4165041"/>
            <a:ext cx="2240782" cy="6832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Aptos Narrow" panose="020B0004020202020204" pitchFamily="34" charset="0"/>
              </a:rPr>
              <a:t>Safety &amp; Security</a:t>
            </a:r>
            <a:r>
              <a:rPr lang="en-US" sz="3456" dirty="0"/>
              <a:t>    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A7D93DB1-7618-302E-5311-6DDB255798CD}"/>
              </a:ext>
            </a:extLst>
          </p:cNvPr>
          <p:cNvSpPr/>
          <p:nvPr/>
        </p:nvSpPr>
        <p:spPr>
          <a:xfrm>
            <a:off x="3759756" y="5069393"/>
            <a:ext cx="2240782" cy="6832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Aptos Narrow" panose="020B0004020202020204" pitchFamily="34" charset="0"/>
              </a:rPr>
              <a:t>Longevity &amp; Maintainability</a:t>
            </a:r>
            <a:endParaRPr lang="en-US" sz="3456" dirty="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CBAFCC0B-9F0E-1465-22E6-3E184EE561F4}"/>
              </a:ext>
            </a:extLst>
          </p:cNvPr>
          <p:cNvSpPr/>
          <p:nvPr/>
        </p:nvSpPr>
        <p:spPr>
          <a:xfrm>
            <a:off x="954592" y="5973745"/>
            <a:ext cx="2240782" cy="6832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Aptos Narrow" panose="020B0004020202020204" pitchFamily="34" charset="0"/>
              </a:rPr>
              <a:t>Adaptability</a:t>
            </a:r>
            <a:endParaRPr lang="en-US" sz="3456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DE7EDDF2-E268-1C98-A206-96C0EADD2497}"/>
              </a:ext>
            </a:extLst>
          </p:cNvPr>
          <p:cNvSpPr/>
          <p:nvPr/>
        </p:nvSpPr>
        <p:spPr>
          <a:xfrm>
            <a:off x="3759756" y="5973745"/>
            <a:ext cx="2240782" cy="6832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Aptos Narrow" panose="020B0004020202020204" pitchFamily="34" charset="0"/>
              </a:rPr>
              <a:t>Scalability</a:t>
            </a:r>
            <a:endParaRPr lang="en-US" sz="3456" dirty="0"/>
          </a:p>
        </p:txBody>
      </p:sp>
    </p:spTree>
    <p:extLst>
      <p:ext uri="{BB962C8B-B14F-4D97-AF65-F5344CB8AC3E}">
        <p14:creationId xmlns:p14="http://schemas.microsoft.com/office/powerpoint/2010/main" val="3349060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28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Aptos Narrow</vt:lpstr>
      <vt:lpstr>Arial</vt:lpstr>
      <vt:lpstr>Tema di Office</vt:lpstr>
      <vt:lpstr>Presentazione standard di PowerPoint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Luigi Pomante</dc:creator>
  <cp:lastModifiedBy>Luigi Pomante</cp:lastModifiedBy>
  <cp:revision>1</cp:revision>
  <dcterms:created xsi:type="dcterms:W3CDTF">2024-09-05T13:22:39Z</dcterms:created>
  <dcterms:modified xsi:type="dcterms:W3CDTF">2024-09-05T13:29:29Z</dcterms:modified>
</cp:coreProperties>
</file>